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344" r:id="rId3"/>
    <p:sldId id="365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373" r:id="rId12"/>
    <p:sldId id="374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6" r:id="rId24"/>
    <p:sldId id="387" r:id="rId25"/>
    <p:sldId id="388" r:id="rId26"/>
    <p:sldId id="389" r:id="rId27"/>
    <p:sldId id="390" r:id="rId28"/>
    <p:sldId id="385" r:id="rId29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rgbClr val="000000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4" userDrawn="1">
          <p15:clr>
            <a:srgbClr val="A4A3A4"/>
          </p15:clr>
        </p15:guide>
        <p15:guide id="2" pos="28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080808"/>
    <a:srgbClr val="1F08C8"/>
    <a:srgbClr val="000000"/>
    <a:srgbClr val="7E6DF9"/>
    <a:srgbClr val="000099"/>
    <a:srgbClr val="66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99" d="100"/>
          <a:sy n="99" d="100"/>
        </p:scale>
        <p:origin x="186" y="84"/>
      </p:cViewPr>
      <p:guideLst>
        <p:guide orient="horz" pos="2124"/>
        <p:guide pos="28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9" cy="761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Ro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Tx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 b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D520087-6C9F-4BA6-95E4-8DE43FBCDE6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Costu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4.emf"/><Relationship Id="rId15" Type="http://schemas.openxmlformats.org/officeDocument/2006/relationships/image" Target="../media/image3.emf"/><Relationship Id="rId14" Type="http://schemas.openxmlformats.org/officeDocument/2006/relationships/image" Target="../media/image2.emf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/>
          <p:nvPr/>
        </p:nvSpPr>
        <p:spPr>
          <a:xfrm>
            <a:off x="200025" y="0"/>
            <a:ext cx="771525" cy="908050"/>
          </a:xfrm>
          <a:custGeom>
            <a:avLst/>
            <a:gdLst/>
            <a:ahLst/>
            <a:cxnLst>
              <a:cxn ang="0">
                <a:pos x="344473857" y="0"/>
              </a:cxn>
              <a:cxn ang="0">
                <a:pos x="344473857" y="732632036"/>
              </a:cxn>
              <a:cxn ang="0">
                <a:pos x="75752325" y="735684814"/>
              </a:cxn>
              <a:cxn ang="0">
                <a:pos x="70569088" y="732632036"/>
              </a:cxn>
              <a:cxn ang="0">
                <a:pos x="61399192" y="746368918"/>
              </a:cxn>
              <a:cxn ang="0">
                <a:pos x="49039611" y="810474777"/>
              </a:cxn>
              <a:cxn ang="0">
                <a:pos x="41065847" y="911211497"/>
              </a:cxn>
              <a:cxn ang="0">
                <a:pos x="38274873" y="1016526765"/>
              </a:cxn>
              <a:cxn ang="0">
                <a:pos x="38274873" y="1121843269"/>
              </a:cxn>
              <a:cxn ang="0">
                <a:pos x="0" y="1121843269"/>
              </a:cxn>
              <a:cxn ang="0">
                <a:pos x="0" y="732632036"/>
              </a:cxn>
              <a:cxn ang="0">
                <a:pos x="0" y="0"/>
              </a:cxn>
              <a:cxn ang="0">
                <a:pos x="344473857" y="0"/>
              </a:cxn>
            </a:cxnLst>
            <a:pathLst>
              <a:path w="1728" h="735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solidFill>
            <a:schemeClr val="accent2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0" y="0"/>
            <a:ext cx="333375" cy="6858000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50000">
                <a:schemeClr val="accent2">
                  <a:gamma/>
                  <a:shade val="46275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28" name="Line 4"/>
          <p:cNvSpPr/>
          <p:nvPr/>
        </p:nvSpPr>
        <p:spPr>
          <a:xfrm>
            <a:off x="971550" y="620713"/>
            <a:ext cx="4537075" cy="0"/>
          </a:xfrm>
          <a:prstGeom prst="line">
            <a:avLst/>
          </a:prstGeom>
          <a:ln w="57150" cap="flat" cmpd="sng">
            <a:pattFill prst="dkHorz">
              <a:fgClr>
                <a:srgbClr val="028A8A"/>
              </a:fgClr>
              <a:bgClr>
                <a:srgbClr val="FFFFFF"/>
              </a:bgClr>
            </a:pattFill>
            <a:prstDash val="solid"/>
            <a:headEnd type="none" w="med" len="med"/>
            <a:tailEnd type="none" w="med" len="med"/>
          </a:ln>
        </p:spPr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894763" y="5230813"/>
            <a:ext cx="71438" cy="15113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48948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7669213" y="6526213"/>
            <a:ext cx="1439863" cy="71438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 b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pSp>
        <p:nvGrpSpPr>
          <p:cNvPr id="1031" name="Group 7"/>
          <p:cNvGrpSpPr/>
          <p:nvPr/>
        </p:nvGrpSpPr>
        <p:grpSpPr>
          <a:xfrm flipV="1">
            <a:off x="323850" y="26988"/>
            <a:ext cx="647700" cy="593725"/>
            <a:chOff x="204" y="0"/>
            <a:chExt cx="408" cy="374"/>
          </a:xfrm>
        </p:grpSpPr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204" y="0"/>
              <a:ext cx="136" cy="119"/>
            </a:xfrm>
            <a:prstGeom prst="rect">
              <a:avLst/>
            </a:prstGeom>
            <a:solidFill>
              <a:srgbClr val="AFD7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0" y="119"/>
              <a:ext cx="136" cy="119"/>
            </a:xfrm>
            <a:prstGeom prst="rect">
              <a:avLst/>
            </a:prstGeom>
            <a:solidFill>
              <a:srgbClr val="AFD7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476" y="210"/>
              <a:ext cx="136" cy="164"/>
            </a:xfrm>
            <a:prstGeom prst="rect">
              <a:avLst/>
            </a:prstGeom>
            <a:solidFill>
              <a:srgbClr val="AFD7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340" y="0"/>
              <a:ext cx="136" cy="119"/>
            </a:xfrm>
            <a:prstGeom prst="rect">
              <a:avLst/>
            </a:prstGeom>
            <a:solidFill>
              <a:srgbClr val="C8E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476" y="119"/>
              <a:ext cx="136" cy="119"/>
            </a:xfrm>
            <a:prstGeom prst="rect">
              <a:avLst/>
            </a:prstGeom>
            <a:solidFill>
              <a:srgbClr val="C8E4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476" y="0"/>
              <a:ext cx="136" cy="119"/>
            </a:xfrm>
            <a:prstGeom prst="rect">
              <a:avLst/>
            </a:prstGeom>
            <a:solidFill>
              <a:srgbClr val="E0F0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2400" b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pic>
        <p:nvPicPr>
          <p:cNvPr id="1032" name="Picture 15" descr="图片2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08850" y="6381750"/>
            <a:ext cx="504825" cy="296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3" name="Picture 16" descr="图片4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59563" y="6381750"/>
            <a:ext cx="501650" cy="2936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4" name="Picture 17" descr="图片1">
            <a:hlinkClick r:id="" action="ppaction://hlinkshowjump?jump=firstslide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6550" y="6381750"/>
            <a:ext cx="503238" cy="29686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125" name="Rectangle 3"/>
          <p:cNvSpPr/>
          <p:nvPr/>
        </p:nvSpPr>
        <p:spPr>
          <a:xfrm>
            <a:off x="1260475" y="2057400"/>
            <a:ext cx="662305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1" hangingPunct="1"/>
            <a:r>
              <a:rPr lang="zh-CN" altLang="en-US" sz="4000" dirty="0">
                <a:solidFill>
                  <a:schemeClr val="tx2"/>
                </a:solidFill>
                <a:latin typeface="Copperplate Gothic Bold" pitchFamily="34" charset="0"/>
                <a:ea typeface="宋体" panose="02010600030101010101" pitchFamily="2" charset="-122"/>
              </a:rPr>
              <a:t>概率论与数理统计重修</a:t>
            </a:r>
            <a:r>
              <a:rPr lang="en-US" altLang="zh-CN" sz="4000" dirty="0">
                <a:solidFill>
                  <a:schemeClr val="tx2"/>
                </a:solidFill>
                <a:latin typeface="Copperplate Gothic Bold" pitchFamily="34" charset="0"/>
                <a:ea typeface="宋体" panose="02010600030101010101" pitchFamily="2" charset="-122"/>
              </a:rPr>
              <a:t>2</a:t>
            </a:r>
            <a:r>
              <a:rPr lang="zh-CN" altLang="en-US" sz="4000" dirty="0">
                <a:solidFill>
                  <a:schemeClr val="tx2"/>
                </a:solidFill>
                <a:latin typeface="Copperplate Gothic Bold" pitchFamily="34" charset="0"/>
                <a:ea typeface="宋体" panose="02010600030101010101" pitchFamily="2" charset="-122"/>
              </a:rPr>
              <a:t> </a:t>
            </a:r>
            <a:endParaRPr lang="zh-CN" altLang="en-US" sz="4000" dirty="0">
              <a:solidFill>
                <a:schemeClr val="tx2"/>
              </a:solidFill>
              <a:latin typeface="Copperplate Gothic Bold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533400"/>
            <a:ext cx="8187055" cy="9061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533400"/>
            <a:ext cx="8361045" cy="1177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533400"/>
            <a:ext cx="8321040" cy="9156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609600"/>
            <a:ext cx="8370570" cy="12566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33400"/>
            <a:ext cx="8181975" cy="1873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685800"/>
            <a:ext cx="8707755" cy="3600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457200"/>
            <a:ext cx="7951470" cy="631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533400"/>
            <a:ext cx="8274050" cy="3232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533400"/>
            <a:ext cx="8169910" cy="1015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533400"/>
            <a:ext cx="6238875" cy="4584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533400"/>
            <a:ext cx="8409305" cy="5867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533400"/>
            <a:ext cx="8032750" cy="4584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685800"/>
            <a:ext cx="7793990" cy="5880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" y="457200"/>
            <a:ext cx="8697595" cy="12115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" y="381000"/>
            <a:ext cx="8612505" cy="13417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381000"/>
            <a:ext cx="8256270" cy="7848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33400"/>
            <a:ext cx="8429625" cy="11690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533400"/>
            <a:ext cx="8328660" cy="6832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381000"/>
            <a:ext cx="8521065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457200"/>
            <a:ext cx="8366125" cy="9969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381000"/>
            <a:ext cx="8545830" cy="18878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362200"/>
            <a:ext cx="4467225" cy="704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609600"/>
            <a:ext cx="8206740" cy="1231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A-B">
  <a:themeElements>
    <a:clrScheme name="A-B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A-B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A-B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-B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-B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-B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-B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-B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-B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-B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A1</Template>
  <TotalTime>0</TotalTime>
  <Words>12</Words>
  <Application>WPS 演示</Application>
  <PresentationFormat>全屏显示(4:3)</PresentationFormat>
  <Paragraphs>2</Paragraphs>
  <Slides>27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Times New Roman</vt:lpstr>
      <vt:lpstr>楷体_GB2312</vt:lpstr>
      <vt:lpstr>新宋体</vt:lpstr>
      <vt:lpstr>Copperplate Gothic Bold</vt:lpstr>
      <vt:lpstr>Segoe Print</vt:lpstr>
      <vt:lpstr>微软雅黑</vt:lpstr>
      <vt:lpstr>Arial Unicode MS</vt:lpstr>
      <vt:lpstr>A-B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尹晓健</cp:lastModifiedBy>
  <cp:revision>91</cp:revision>
  <dcterms:created xsi:type="dcterms:W3CDTF">2018-05-04T06:09:00Z</dcterms:created>
  <dcterms:modified xsi:type="dcterms:W3CDTF">2026-04-07T10:10:15Z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2052-12.1.0.25225</vt:lpwstr>
  </property>
  <property fmtid="{D5CDD505-2E9C-101B-9397-08002B2CF9AE}" pid="4" name="ICV">
    <vt:lpwstr>05F3840D1DCE407B9460FC04279E6251_13</vt:lpwstr>
  </property>
</Properties>
</file>